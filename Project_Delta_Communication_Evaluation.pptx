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Delta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Concise, constructive guidance for senior management and the team</a:t>
            </a:r>
          </a:p>
          <a:p>
            <a:pPr>
              <a:defRPr sz="1800"/>
            </a:pPr>
            <a:r>
              <a:t>Covers Slack note, follow-up email, team communication, and resignation response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Slack Message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Resource allocation: note underutilisation vs. overload, and question external consultant need</a:t>
            </a:r>
          </a:p>
          <a:p>
            <a:pPr>
              <a:defRPr sz="1800"/>
            </a:pPr>
            <a:r>
              <a:t>Timeline feasibility: recommend 7→11 months to protect quality and avoid burnout</a:t>
            </a:r>
          </a:p>
          <a:p>
            <a:pPr>
              <a:defRPr sz="1800"/>
            </a:pPr>
            <a:r>
              <a:t>Decision-making: request more collaborative input for key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Slack Tone and 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Maintain respectful tone toward senior authority</a:t>
            </a:r>
          </a:p>
          <a:p>
            <a:pPr>
              <a:defRPr sz="1800"/>
            </a:pPr>
            <a:r>
              <a:t>Frame all concerns as constructive proposals, not complaints</a:t>
            </a:r>
          </a:p>
          <a:p>
            <a:pPr>
              <a:defRPr sz="1800"/>
            </a:pPr>
            <a:r>
              <a:t>Keep message concise and suitable for a Slack channel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Evaluation: Timeline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Seven months risks quality across four complex milestones</a:t>
            </a:r>
          </a:p>
          <a:p>
            <a:pPr>
              <a:defRPr sz="1800"/>
            </a:pPr>
            <a:r>
              <a:t>Specific issues: compressed research, development, integration testing</a:t>
            </a:r>
          </a:p>
          <a:p>
            <a:pPr>
              <a:defRPr sz="1800"/>
            </a:pPr>
            <a:r>
              <a:t>Consequences: more defects, lower customer trust, higher team stress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Email Evaluation: Collaborative Decisions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value: better use of internal expertise, stronger ownership</a:t>
            </a:r>
          </a:p>
          <a:p>
            <a:pPr>
              <a:defRPr sz="1800"/>
            </a:pPr>
            <a:r>
              <a:t>Team input reduces rework and improves milestone accuracy</a:t>
            </a:r>
          </a:p>
          <a:p>
            <a:pPr>
              <a:defRPr sz="1800"/>
            </a:pPr>
            <a:r>
              <a:t>Formal tone, project-specific reasoning, clear persuasive 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Communication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Channel/timing: schedule a team meeting with a follow-up summary</a:t>
            </a:r>
          </a:p>
          <a:p>
            <a:pPr>
              <a:defRPr sz="1800"/>
            </a:pPr>
            <a:r>
              <a:t>Acknowledge effort and approved resource allocation win</a:t>
            </a:r>
          </a:p>
          <a:p>
            <a:pPr>
              <a:defRPr sz="1800"/>
            </a:pPr>
            <a:r>
              <a:t>Present final decisions honestly and explain management rationale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Communication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Praise team commitment, analyse the situation, provide feedback</a:t>
            </a:r>
          </a:p>
          <a:p>
            <a:pPr>
              <a:defRPr sz="1800"/>
            </a:pPr>
            <a:r>
              <a:t>Reinforce shared commitment and next steps</a:t>
            </a:r>
          </a:p>
          <a:p>
            <a:pPr>
              <a:defRPr sz="1800"/>
            </a:pPr>
            <a:r>
              <a:t>Use PAF-style structure: praise, analyse, feedback/action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Resignation Communication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Disclose promptly to avoid rumours</a:t>
            </a:r>
          </a:p>
          <a:p>
            <a:pPr>
              <a:defRPr sz="1800"/>
            </a:pPr>
            <a:r>
              <a:t>Frame departure honestly without endorsing destabilising narratives</a:t>
            </a:r>
          </a:p>
          <a:p>
            <a:pPr>
              <a:defRPr sz="1800"/>
            </a:pPr>
            <a:r>
              <a:t>Acknowledge valid concerns, then redirect energy to project goals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Resignation Communication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Explain when/how: quick team briefing and written follow-up</a:t>
            </a:r>
          </a:p>
          <a:p>
            <a:pPr>
              <a:defRPr sz="1800"/>
            </a:pPr>
            <a:r>
              <a:t>Describe fair reassignment of tasks and transparent rationale</a:t>
            </a:r>
          </a:p>
          <a:p>
            <a:pPr>
              <a:defRPr sz="1800"/>
            </a:pPr>
            <a:r>
              <a:t>Reinforce cohesion, role stability, and commitment to Project Delta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and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Senior leadership: resource allocation accepted, emphasize why timeline and collaboration still matter</a:t>
            </a:r>
          </a:p>
          <a:p>
            <a:pPr>
              <a:defRPr sz="1800"/>
            </a:pPr>
            <a:r>
              <a:t>Team: preserve morale, share decisions, highlight wins and path forward</a:t>
            </a:r>
          </a:p>
          <a:p>
            <a:pPr>
              <a:defRPr sz="1800"/>
            </a:pPr>
            <a:r>
              <a:t>Resignation: remain factual, support continuity, strengthen trust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