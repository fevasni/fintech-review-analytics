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Delta Communication Deliverables</a:t>
            </a:r>
          </a:p>
        </p:txBody>
      </p:sp>
      <p:sp>
        <p:nvSpPr>
          <p:cNvPr id="3" name="Content Placeholder 2"/>
          <p:cNvSpPr>
            <a:spLocks noGrp="1"/>
          </p:cNvSpPr>
          <p:nvPr>
            <p:ph idx="1"/>
          </p:nvPr>
        </p:nvSpPr>
        <p:spPr/>
        <p:txBody>
          <a:bodyPr/>
          <a:lstStyle/>
          <a:p>
            <a:r>
              <a:t>Actual Slack message, follow-up email, team communication plan, and resignation plan</a:t>
            </a:r>
          </a:p>
          <a:p>
            <a:pPr>
              <a:defRPr sz="1600"/>
            </a:pPr>
            <a:r>
              <a:t>Focused on clarity, professionalism, and actionable structure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Slack Message to Senior Management</a:t>
            </a:r>
          </a:p>
        </p:txBody>
      </p:sp>
      <p:sp>
        <p:nvSpPr>
          <p:cNvPr id="3" name="Content Placeholder 2"/>
          <p:cNvSpPr>
            <a:spLocks noGrp="1"/>
          </p:cNvSpPr>
          <p:nvPr>
            <p:ph idx="1"/>
          </p:nvPr>
        </p:nvSpPr>
        <p:spPr/>
        <p:txBody>
          <a:bodyPr/>
          <a:lstStyle/>
          <a:p>
            <a:r>
              <a:t>Hi leadership team,</a:t>
            </a:r>
          </a:p>
          <a:p>
            <a:pPr>
              <a:defRPr sz="1600"/>
            </a:pPr>
            <a:r>
              <a:t>We appreciate the direction on Project Delta and want to share three constructive concerns:</a:t>
            </a:r>
          </a:p>
          <a:p>
            <a:pPr>
              <a:defRPr sz="1600"/>
            </a:pPr>
            <a:r>
              <a:t>1. Resource allocation: assigning work mainly by years of experience is leaving several team members underutilized while others are overloaded. We also believe our internal testing experts can cover the required validation scope, which makes the external consultant hire unnecessary at this stage.</a:t>
            </a:r>
          </a:p>
          <a:p>
            <a:pPr>
              <a:defRPr sz="1600"/>
            </a:pPr>
            <a:r>
              <a:t>2. Timeline feasibility: with the four milestones ahead, a 7-month schedule leaves insufficient room for thorough research, development, integration, and testing. We recommend extending the plan to a maximum of 11 months so we can deliver quality results without burning out the team.</a:t>
            </a:r>
          </a:p>
          <a:p>
            <a:pPr>
              <a:defRPr sz="1600"/>
            </a:pPr>
            <a:r>
              <a:t>3. Decision-making process: we would like key decisions to be more collaborative so team expertise is reflected earlier, reducing rework and supporting stronger commitment to the outcome.</a:t>
            </a:r>
          </a:p>
          <a:p>
            <a:pPr>
              <a:defRPr sz="1600"/>
            </a:pPr>
            <a:r>
              <a:t>We share these proposals in a spirit of improving delivery and protecting quality. Happy to discuss specifics and adjust execution to align with your priorities.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Follow-Up Email to Senior Management</a:t>
            </a:r>
          </a:p>
        </p:txBody>
      </p:sp>
      <p:sp>
        <p:nvSpPr>
          <p:cNvPr id="3" name="Content Placeholder 2"/>
          <p:cNvSpPr>
            <a:spLocks noGrp="1"/>
          </p:cNvSpPr>
          <p:nvPr>
            <p:ph idx="1"/>
          </p:nvPr>
        </p:nvSpPr>
        <p:spPr/>
        <p:txBody>
          <a:bodyPr/>
          <a:lstStyle/>
          <a:p>
            <a:r>
              <a:t>Subject: Project Delta – Request to Revisit Timeline and Decision Process</a:t>
            </a:r>
          </a:p>
          <a:p>
            <a:pPr>
              <a:defRPr sz="1600"/>
            </a:pPr>
            <a:r>
              <a:t>Dear [Senior Management],</a:t>
            </a:r>
          </a:p>
          <a:p>
            <a:pPr>
              <a:defRPr sz="1600"/>
            </a:pPr>
            <a:r>
              <a:t>Thank you for approving the revised resource allocation proposal. We remain concerned about the remaining decisions on timeline and decision-making style.</a:t>
            </a:r>
          </a:p>
          <a:p>
            <a:pPr>
              <a:defRPr sz="1600"/>
            </a:pPr>
            <a:r>
              <a:t>1. Timeline risk: Project Delta’s four milestones include research, architecture design, development, and integration testing. Compressing this into 7 months is likely to force trade-offs in testing depth and raise the probability of defects. That in turn risks schedule slippage, higher remediation costs, and greater stress for the team as they balance parallel priorities.</a:t>
            </a:r>
          </a:p>
          <a:p>
            <a:pPr>
              <a:defRPr sz="1600"/>
            </a:pPr>
            <a:r>
              <a:t>2. Collaborative decisions: a more inclusive process would let us apply internal domain knowledge earlier, which can improve milestone estimates and surface risk earlier. This strengthens our ability to meet management expectations while reducing the chance of later rework and improving team ownership of delivery.</a:t>
            </a:r>
          </a:p>
          <a:p>
            <a:pPr>
              <a:defRPr sz="1600"/>
            </a:pPr>
            <a:r>
              <a:t>We believe a modest revision to allow up to 11 months and a more collaborative decision model will better protect quality and sustain project momentum. We appreciate your consideration and are ready to support a revised execution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Communication Plan Overview</a:t>
            </a:r>
          </a:p>
        </p:txBody>
      </p:sp>
      <p:sp>
        <p:nvSpPr>
          <p:cNvPr id="3" name="Content Placeholder 2"/>
          <p:cNvSpPr>
            <a:spLocks noGrp="1"/>
          </p:cNvSpPr>
          <p:nvPr>
            <p:ph idx="1"/>
          </p:nvPr>
        </p:nvSpPr>
        <p:spPr/>
        <p:txBody>
          <a:bodyPr/>
          <a:lstStyle/>
          <a:p>
            <a:r>
              <a:t>Goal: share final management decisions clearly, preserve trust, and reinforce commitment</a:t>
            </a:r>
          </a:p>
          <a:p>
            <a:pPr>
              <a:defRPr sz="1600"/>
            </a:pPr>
            <a:r>
              <a:t>Channel: all-hands team meeting followed by written summary in email or team chat</a:t>
            </a:r>
          </a:p>
          <a:p>
            <a:pPr>
              <a:defRPr sz="1600"/>
            </a:pPr>
            <a:r>
              <a:t>Timing: schedule immediately after leadership confirms decisions, ideally within 24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Communication Step 1</a:t>
            </a:r>
          </a:p>
        </p:txBody>
      </p:sp>
      <p:sp>
        <p:nvSpPr>
          <p:cNvPr id="3" name="Content Placeholder 2"/>
          <p:cNvSpPr>
            <a:spLocks noGrp="1"/>
          </p:cNvSpPr>
          <p:nvPr>
            <p:ph idx="1"/>
          </p:nvPr>
        </p:nvSpPr>
        <p:spPr/>
        <p:txBody>
          <a:bodyPr/>
          <a:lstStyle/>
          <a:p>
            <a:r>
              <a:t>1. Start with praise: acknowledge the team’s hard work and the win on resource allocation.</a:t>
            </a:r>
          </a:p>
          <a:p>
            <a:pPr>
              <a:defRPr sz="1600"/>
            </a:pPr>
            <a:r>
              <a:t>2. Present decisions honestly: confirm that the timeline remains 7 months and decision-making remains top-down.</a:t>
            </a:r>
          </a:p>
          <a:p>
            <a:pPr>
              <a:defRPr sz="1600"/>
            </a:pPr>
            <a:r>
              <a:t>3. Explain rationale: share management’s view that schedule discipline and centralized decisions are needed for alignment and delivery certainty.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Communication Step 2</a:t>
            </a:r>
          </a:p>
        </p:txBody>
      </p:sp>
      <p:sp>
        <p:nvSpPr>
          <p:cNvPr id="3" name="Content Placeholder 2"/>
          <p:cNvSpPr>
            <a:spLocks noGrp="1"/>
          </p:cNvSpPr>
          <p:nvPr>
            <p:ph idx="1"/>
          </p:nvPr>
        </p:nvSpPr>
        <p:spPr/>
        <p:txBody>
          <a:bodyPr/>
          <a:lstStyle/>
          <a:p>
            <a:r>
              <a:t>4. Validate concerns: recognise that the 7-month timeline and limited collaboration are valid worries given Project Delta’s complexity.</a:t>
            </a:r>
          </a:p>
          <a:p>
            <a:pPr>
              <a:defRPr sz="1600"/>
            </a:pPr>
            <a:r>
              <a:t>5. Use PAF structure: Praise the team, Analyse the decision, Feedback on next actions.</a:t>
            </a:r>
          </a:p>
          <a:p>
            <a:pPr>
              <a:defRPr sz="1600"/>
            </a:pPr>
            <a:r>
              <a:t>6. Reinforce commitment: emphasise shared responsibility, clear priorities, and support for team wellbeing.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Communication Step 3</a:t>
            </a:r>
          </a:p>
        </p:txBody>
      </p:sp>
      <p:sp>
        <p:nvSpPr>
          <p:cNvPr id="3" name="Content Placeholder 2"/>
          <p:cNvSpPr>
            <a:spLocks noGrp="1"/>
          </p:cNvSpPr>
          <p:nvPr>
            <p:ph idx="1"/>
          </p:nvPr>
        </p:nvSpPr>
        <p:spPr/>
        <p:txBody>
          <a:bodyPr/>
          <a:lstStyle/>
          <a:p>
            <a:r>
              <a:t>7. Provide concrete next steps: confirm milestones, review upcoming deliverables, and identify where support will be available.</a:t>
            </a:r>
          </a:p>
          <a:p>
            <a:pPr>
              <a:defRPr sz="1600"/>
            </a:pPr>
            <a:r>
              <a:t>8. Invite questions: offer a quick Q&amp;A after the meeting and a follow-up document summarizing key points.</a:t>
            </a:r>
          </a:p>
          <a:p>
            <a:pPr>
              <a:defRPr sz="1600"/>
            </a:pPr>
            <a:r>
              <a:t>9. Close positively: reaffirm confidence in the team’s ability to deliver Project Delta successfully.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Resignation Communication Plan Overview</a:t>
            </a:r>
          </a:p>
        </p:txBody>
      </p:sp>
      <p:sp>
        <p:nvSpPr>
          <p:cNvPr id="3" name="Content Placeholder 2"/>
          <p:cNvSpPr>
            <a:spLocks noGrp="1"/>
          </p:cNvSpPr>
          <p:nvPr>
            <p:ph idx="1"/>
          </p:nvPr>
        </p:nvSpPr>
        <p:spPr/>
        <p:txBody>
          <a:bodyPr/>
          <a:lstStyle/>
          <a:p>
            <a:r>
              <a:t>Objective: preserve stability, prevent rumours, and keep the team aligned</a:t>
            </a:r>
          </a:p>
          <a:p>
            <a:pPr>
              <a:defRPr sz="1600"/>
            </a:pPr>
            <a:r>
              <a:t>Approach: disclose promptly, frame departure honestly, and keep the message factual</a:t>
            </a:r>
          </a:p>
          <a:p>
            <a:pPr>
              <a:defRPr sz="1600"/>
            </a:pPr>
            <a:r>
              <a:t>Audience: remaining 14 members, with a focus on continuity and fair task coverage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Resignation Communication Steps</a:t>
            </a:r>
          </a:p>
        </p:txBody>
      </p:sp>
      <p:sp>
        <p:nvSpPr>
          <p:cNvPr id="3" name="Content Placeholder 2"/>
          <p:cNvSpPr>
            <a:spLocks noGrp="1"/>
          </p:cNvSpPr>
          <p:nvPr>
            <p:ph idx="1"/>
          </p:nvPr>
        </p:nvSpPr>
        <p:spPr/>
        <p:txBody>
          <a:bodyPr/>
          <a:lstStyle/>
          <a:p>
            <a:r>
              <a:t>1. Inform quickly: share the resignation in a team meeting before informal channels can spread speculation.</a:t>
            </a:r>
          </a:p>
          <a:p>
            <a:pPr>
              <a:defRPr sz="1600"/>
            </a:pPr>
            <a:r>
              <a:t>2. Frame the departure: explain the person has chosen to leave, and avoid linking it to management style or other destabilising narratives.</a:t>
            </a:r>
          </a:p>
          <a:p>
            <a:pPr>
              <a:defRPr sz="1600"/>
            </a:pPr>
            <a:r>
              <a:t>3. Acknowledge concerns: say that you understand the team may still have questions about workload and decision-making, and that those concerns are being taken seriously.</a:t>
            </a:r>
          </a:p>
          <a:p>
            <a:pPr>
              <a:defRPr sz="1600"/>
            </a:pPr>
            <a:r>
              <a:t>4. Reassign responsibilities transparently: describe which roles will be covered by which remaining members or support resources, and set a plan for workload redistribution.</a:t>
            </a:r>
          </a:p>
          <a:p>
            <a:pPr>
              <a:defRPr sz="1600"/>
            </a:pPr>
            <a:r>
              <a:t>5. Reinforce cohesion: close by emphasising the team’s shared focus on Project Delta, the available support, and the importance of maintaining momentum.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of Deliverables</a:t>
            </a:r>
          </a:p>
        </p:txBody>
      </p:sp>
      <p:sp>
        <p:nvSpPr>
          <p:cNvPr id="3" name="Content Placeholder 2"/>
          <p:cNvSpPr>
            <a:spLocks noGrp="1"/>
          </p:cNvSpPr>
          <p:nvPr>
            <p:ph idx="1"/>
          </p:nvPr>
        </p:nvSpPr>
        <p:spPr/>
        <p:txBody>
          <a:bodyPr/>
          <a:lstStyle/>
          <a:p>
            <a:r>
              <a:t>Slack message and email ready for senior management, plus detailed communication and resignation plans</a:t>
            </a:r>
          </a:p>
          <a:p>
            <a:pPr>
              <a:defRPr sz="1600"/>
            </a:pPr>
            <a:r>
              <a:t>Focus on professionalism, constructive tone, and realistic execution steps</a:t>
            </a:r>
          </a:p>
          <a:p>
            <a:pPr>
              <a:defRPr sz="1600"/>
            </a:pPr>
            <a:r>
              <a:t>Next step: review the deck and use the text directly in management and team communications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